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2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330C7-4825-4A19-A535-5730E8EEC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DA056B0-C52C-4454-861C-F6A25F62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0C7AF1-1E7A-4153-B667-08A78343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3ABB6E-1F8E-4CE7-8BA5-01950657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4D663-4443-45C7-80FF-A0B765D6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979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26368-1AD1-4A92-9B04-916CF7C8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58706A-E0C1-4432-9A27-1B5BAD53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5D0E42-9416-494D-83DF-CFCB8402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5D53D-BFD3-464A-ACDC-D01D50D0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609B0D-682F-4CB5-ABAB-1A6CC1F5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97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2CD4AC-25F3-4AC6-9FA4-7778010A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E99C4D-E719-47D8-AB3C-174F2A92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BB3E80-6396-4472-AD13-A6D3198B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860DEC-796F-47B2-9B4D-4D3D028EA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E3684C-7E6C-483B-9935-BCE9B7C4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80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1E0A9-9BB8-4ACB-919D-F7891EAC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254059-5D8B-46AB-A0A6-6ABF6DDBE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B74560-2B53-49B1-ACD2-E023DB671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613384-3509-4B56-8F12-3DF81BD2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1C53E3-64FD-420D-9232-D8E08B88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60CDFB-5EFB-4046-B05A-016CA8EE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57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E382F8-9799-4AC6-BD65-64543EC4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09E46C-2227-45BE-8BD3-2E5952607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B0303A-E197-4837-97C0-C77AB259D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3496C11-31C0-4652-B37B-F59E1508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881295-0C7E-46CD-B619-DA643533B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226AA6D-010B-438A-AD88-4276ABE3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D143E7-E4FA-47F2-89EC-8415B563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7E2C70D-D9CB-4391-9952-B49970C7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74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B0E4A-A47C-4E61-A0F3-220A9AC5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E608E5-8C2C-4095-901E-676F77EA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5F766C-30C8-455C-BCB2-740C73AC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50C31F-EE66-41FA-8E19-F19522EF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8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C60939-CABF-45D5-BC51-CF15A471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ECD364-6263-4434-B98D-383788A8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FD5C54-76D1-4884-9ABC-79633703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307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F0B8E-FEDD-4FEC-BDDA-EBDE0BDE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E5D699-7579-448A-941F-3DA4ABC0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CF8F5B-5DF9-44C0-8DDA-9DAE79416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C87ABE-3742-4947-9ED4-F1B8CB9F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1C2C6D-D599-430C-9887-D36A46C2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15D265-20E7-4242-A810-04A27012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03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D0870-1CA9-455B-8402-8E7135D8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3E3FD7E-F5B7-4A6E-BB2B-9CCAFE6E7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2D386B-AA5A-45A9-A174-8510B0083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2C74F9-34FC-4C78-AE00-7C6DB7CC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B580E5-35E5-4CC7-A99A-317BF7B6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C57EBD-5FFF-4C51-9E58-2D34205E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89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60175-F695-44C2-ACB3-97D1D296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C1BA23-59A8-4666-A952-08DD1AEDE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AA0B3A-F299-4E53-B232-06DD5A47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E61413-B735-4EF8-8032-9266A4C7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9D87F1-CBAB-489A-9D10-F11AF6A2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98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7029AC-7633-454A-96A4-FA7183E41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FA31DF-5DF4-4EEC-9C88-81CA8CB6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5C41FD-8EA4-463C-9F37-1F32E136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9E9D1E-EA28-4D59-9F18-F649D73B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3EEF9E-49D3-45B2-9334-1AD0A4F9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76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57B3A20-CA1A-4797-9A19-33463DA0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C1E07E-0BF3-4D3C-AC3C-DA3DC7EFC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E623BF-39B7-4018-8E9C-EC84C71D8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B497F-EE55-4D14-A2D7-9B7838F19710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17B364-92AB-4FD5-8864-66DDA8A8C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8AF061-7D04-48FF-BDA0-B24765A1E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ED7DF-86A9-40E0-BA10-8D7987160A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51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2165B6E-E805-4777-AE5E-BCDD092D2929}"/>
              </a:ext>
            </a:extLst>
          </p:cNvPr>
          <p:cNvCxnSpPr>
            <a:cxnSpLocks/>
          </p:cNvCxnSpPr>
          <p:nvPr/>
        </p:nvCxnSpPr>
        <p:spPr>
          <a:xfrm>
            <a:off x="4798295" y="575690"/>
            <a:ext cx="861725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F0F343C2-019B-4453-A7A4-81C6305CB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864" y="4093311"/>
            <a:ext cx="2438400" cy="24384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350C986-FE53-4522-9AC6-B5477F68B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129" y="929633"/>
            <a:ext cx="2438400" cy="24384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3CBAE46-5346-4A82-AF70-25F3CE6FF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865" y="929633"/>
            <a:ext cx="2438400" cy="24384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0397752-F557-4D96-B69E-7D392E630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864" y="929633"/>
            <a:ext cx="2438400" cy="2438400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2001B1AF-E446-44A9-9A97-73C8DFA97102}"/>
              </a:ext>
            </a:extLst>
          </p:cNvPr>
          <p:cNvSpPr txBox="1"/>
          <p:nvPr/>
        </p:nvSpPr>
        <p:spPr>
          <a:xfrm>
            <a:off x="2698132" y="221747"/>
            <a:ext cx="1764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DAMPF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8EE923B-1F25-4DB9-A7F4-72A2D3BCD7B9}"/>
              </a:ext>
            </a:extLst>
          </p:cNvPr>
          <p:cNvSpPr txBox="1"/>
          <p:nvPr/>
        </p:nvSpPr>
        <p:spPr>
          <a:xfrm>
            <a:off x="5893128" y="221747"/>
            <a:ext cx="130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KEIM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35CA568-2947-4391-8E6F-1F4265CB98B3}"/>
              </a:ext>
            </a:extLst>
          </p:cNvPr>
          <p:cNvCxnSpPr>
            <a:cxnSpLocks/>
          </p:cNvCxnSpPr>
          <p:nvPr/>
        </p:nvCxnSpPr>
        <p:spPr>
          <a:xfrm>
            <a:off x="8085860" y="635492"/>
            <a:ext cx="861725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2138BCF-2849-473F-A4F1-E7DE580BF4DA}"/>
              </a:ext>
            </a:extLst>
          </p:cNvPr>
          <p:cNvSpPr txBox="1"/>
          <p:nvPr/>
        </p:nvSpPr>
        <p:spPr>
          <a:xfrm>
            <a:off x="9180693" y="281549"/>
            <a:ext cx="1742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WOLKE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93BE867-C30D-4ACA-88C4-1CECDB0BA63F}"/>
              </a:ext>
            </a:extLst>
          </p:cNvPr>
          <p:cNvSpPr txBox="1"/>
          <p:nvPr/>
        </p:nvSpPr>
        <p:spPr>
          <a:xfrm>
            <a:off x="9559889" y="3489968"/>
            <a:ext cx="13227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BLITZ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EE05FC0-BD97-493F-A6E3-4DDFA8C7EA83}"/>
              </a:ext>
            </a:extLst>
          </p:cNvPr>
          <p:cNvCxnSpPr>
            <a:cxnSpLocks/>
          </p:cNvCxnSpPr>
          <p:nvPr/>
        </p:nvCxnSpPr>
        <p:spPr>
          <a:xfrm>
            <a:off x="11820624" y="3189026"/>
            <a:ext cx="0" cy="114508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06062996-F593-4FD0-AF57-7B2D508802BE}"/>
              </a:ext>
            </a:extLst>
          </p:cNvPr>
          <p:cNvSpPr txBox="1"/>
          <p:nvPr/>
        </p:nvSpPr>
        <p:spPr>
          <a:xfrm>
            <a:off x="5404981" y="428466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statistics</a:t>
            </a:r>
            <a:endParaRPr lang="de-DE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CF72DA2-2085-4F2B-9ED7-A764DEA44682}"/>
              </a:ext>
            </a:extLst>
          </p:cNvPr>
          <p:cNvSpPr txBox="1"/>
          <p:nvPr/>
        </p:nvSpPr>
        <p:spPr>
          <a:xfrm>
            <a:off x="2924537" y="4350254"/>
            <a:ext cx="97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indexing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4FD855E-2212-49C8-BA5A-FBA0DEC6A6E6}"/>
              </a:ext>
            </a:extLst>
          </p:cNvPr>
          <p:cNvSpPr txBox="1"/>
          <p:nvPr/>
        </p:nvSpPr>
        <p:spPr>
          <a:xfrm>
            <a:off x="7049654" y="347457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Web </a:t>
            </a:r>
            <a:r>
              <a:rPr lang="de-DE" dirty="0" err="1"/>
              <a:t>explorer</a:t>
            </a:r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B973FE2-B159-4951-B69D-88B10E7764B6}"/>
              </a:ext>
            </a:extLst>
          </p:cNvPr>
          <p:cNvSpPr txBox="1"/>
          <p:nvPr/>
        </p:nvSpPr>
        <p:spPr>
          <a:xfrm>
            <a:off x="5554381" y="4943179"/>
            <a:ext cx="1593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Image </a:t>
            </a:r>
            <a:r>
              <a:rPr lang="de-DE" dirty="0" err="1"/>
              <a:t>explorer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313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Mattern, Philipp</dc:creator>
  <cp:lastModifiedBy>Mattern, Philipp</cp:lastModifiedBy>
  <cp:revision>2</cp:revision>
  <dcterms:created xsi:type="dcterms:W3CDTF">2026-03-09T12:01:39Z</dcterms:created>
  <dcterms:modified xsi:type="dcterms:W3CDTF">2026-03-09T12:02:33Z</dcterms:modified>
</cp:coreProperties>
</file>